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</a:defRPr>
            </a:pPr>
            <a:r>
              <a:t>SMOG CITY</a:t>
            </a:r>
          </a:p>
          <a:p>
            <a:pPr algn="ctr">
              <a:defRPr sz="3000">
                <a:solidFill>
                  <a:srgbClr val="286982"/>
                </a:solidFill>
              </a:defRPr>
            </a:pPr>
            <a:r>
              <a:t>Week 6 Report</a:t>
            </a:r>
          </a:p>
          <a:p>
            <a:pPr algn="ctr">
              <a:defRPr sz="2000">
                <a:solidFill>
                  <a:srgbClr val="505A64"/>
                </a:solidFill>
              </a:defRPr>
            </a:pPr>
            <a:r>
              <a:t>Feature Engineering and Data Preparation</a:t>
            </a:r>
          </a:p>
          <a:p>
            <a:pPr algn="ctr">
              <a:defRPr sz="1600"/>
            </a:pPr>
            <a:r>
              <a:t>Air Quality Analysis of Indian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Project: Smog City – Visualizing the Invisible Threat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Focus: understand air-quality patterns across Indian cities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Week 6 focus: prepare useful features for later analysis and modelling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This report describes the workflow; actual results should be added after running the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Inspect date/time fields and derive time-based features where possible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Create useful calendar features such as year, month, day, and hour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Summarize numeric variables and review categorical columns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Encode suitable categorical features for analysis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Standardize numeric features for methods sensitive to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Dataset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Dataset file used in the project: aqi_india_38cols_knn_final.csv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Environment: Google Colab / Python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Libraries: pandas, NumPy, Matplotlib, and scikit-learn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Use the same dataset version as the previous week for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Feature Engineering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1. Load the CSV and normalize column names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2. Identify date/time columns and convert them to datetime format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3. Derive calendar features only when the required source field exists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4. Identify numeric and categorical columns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5. Encode selected categorical variables and scale numeric features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6. Export prepared outputs for the next stage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Time-Based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Possible features: year, month, day, hour, weekday, and quarter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Season can be derived from month when appropriate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These features can help explore daily, monthly, and seasonal AQI patterns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If the dataset has no usable date/time column, this step should be reported as not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Categorical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Categorical columns contain labels such as city, state, season, or AQI category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One-hot encoding converts selected labels into numeric indicator columns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Avoid encoding high-cardinality fields blindly because the output can become very large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Keep a clear record of which columns were encoded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Feature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Numeric features can have very different units and ranges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Standardization transforms features to a common scale using mean and standard deviation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Scaling is useful for methods such as PCA and many machine-learning algorithms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Retain the original data and treat the scaled output as a separate prepared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Outputs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Review the engineered feature names and data dimensions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Check for missing values and unexpected data types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Confirm that encoding and scaling completed successfully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Save the prepared outputs and document any sampling used for large files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Insert actual row/column counts and screenshots from the notebook before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Week 6 focuses on converting raw fields into analysis-ready features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Time features can support temporal air-quality comparisons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Encoding and scaling prepare selected variables for later analytical methods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The final report should include verified outputs from the executed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3"/>
                </a:solidFill>
              </a:defRPr>
            </a:pPr>
            <a:r>
              <a:t>Week 6 | Feature Engineering and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Questions and discussion</a:t>
            </a:r>
          </a:p>
          <a:p>
            <a:pPr>
              <a:spcAft>
                <a:spcPts val="1400"/>
              </a:spcAft>
              <a:defRPr sz="1800">
                <a:solidFill>
                  <a:srgbClr val="2D3541"/>
                </a:solidFill>
              </a:defRPr>
            </a:pPr>
            <a:r>
              <a:t>Smog City – Air Quality Analysis of Indian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