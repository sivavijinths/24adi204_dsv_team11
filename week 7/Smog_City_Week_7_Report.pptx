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106070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</a:defRPr>
            </a:pPr>
            <a:r>
              <a:t>SMOG CITY</a:t>
            </a:r>
          </a:p>
          <a:p>
            <a:pPr algn="ctr">
              <a:defRPr sz="3000" b="0">
                <a:solidFill>
                  <a:srgbClr val="286982"/>
                </a:solidFill>
              </a:defRPr>
            </a:pPr>
            <a:r>
              <a:t>Week 7 Report</a:t>
            </a:r>
          </a:p>
          <a:p>
            <a:pPr algn="ctr">
              <a:defRPr sz="1900" b="0">
                <a:solidFill>
                  <a:srgbClr val="2D3541"/>
                </a:solidFill>
              </a:defRPr>
            </a:pPr>
            <a:r>
              <a:t>Dimensionality Reduction using Principal Component Analysis (PCA)</a:t>
            </a:r>
          </a:p>
          <a:p>
            <a:pPr algn="ctr">
              <a:defRPr sz="1600" b="0">
                <a:solidFill>
                  <a:srgbClr val="5A6473"/>
                </a:solidFill>
              </a:defRPr>
            </a:pPr>
            <a:r>
              <a:t>Air Quality Analysis of Indian Cities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Week 7 | Dimensionality Reduction using PCA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Project: Smog City – Visualizing the Invisible Threat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Goal: explore air-quality patterns across Indian cities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Week 7 focus: reduce many numeric variables into a smaller set of components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This presentation describes the PCA workflow; add verified outputs after running the notebook.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What is PCA?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Week 7 | Dimensionality Reduction using PCA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Principal Component Analysis (PCA) is a dimensionality-reduction technique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It combines correlated numeric variables into new, uncorrelated components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The first component captures the greatest possible variance, followed by later components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PCA can make complex data easier to summarize and visualize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Week 7 | Dimensionality Reduction using PCA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Select suitable numeric features from the dataset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Handle missing values and remove constant or empty columns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Standardize features so units and ranges do not dominate PCA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Fit PCA and calculate explained variance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Visualize component variance and the data projected onto the first two components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Week 7 | Dimensionality Reduction using PCA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Load the same dataset version used in earlier weeks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Exclude identifier-like or calendar fields when they are not useful for the PCA goal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Use median imputation for missing numeric values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For very large datasets, use a documented reproducible sample to manage memory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Record the final feature list and sample size used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Why Standardize?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Week 7 | Dimensionality Reduction using PCA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Air-quality datasets can mix measurements with different units and ranges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Standardization puts numeric features on a comparable scale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Without scaling, high-magnitude variables may dominate the principal components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Fit scaling on the exact data passed into PCA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PCA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Week 7 | Dimensionality Reduction using PCA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1. Select numeric features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2. Remove empty and constant columns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3. Impute missing values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4. Standardize the features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5. Fit PCA and compute explained variance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6. Plot a scree chart, cumulative variance, and PC1-versus-PC2 projection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Explained 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Week 7 | Dimensionality Reduction using PCA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Explained variance shows how much information variation each component captures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The scree plot compares the contribution of individual components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Cumulative explained variance shows the total captured by the first several components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Report the actual percentages from the notebook rather than estimating them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Visualizing PC1 and PC2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Week 7 | Dimensionality Reduction using PCA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Each row is represented by coordinates on the first two principal components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A scatter plot can reveal broad groupings, overlap, or unusual observations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PCA axes are mathematical combinations of input features, not original pollutant units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Use color labels only when those labels are available and appropriate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Limitations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Week 7 | Dimensionality Reduction using PCA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PCA preserves variance, not necessarily every relationship relevant to AQI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Components can be difficult to interpret without examining feature loadings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Results depend on feature selection, missing-value handling, scaling, and sampling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Check component count, explained variance, and plots after notebook execution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Week 7 | Dimensionality Reduction using PCA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Week 7 introduces PCA as a way to summarize many numeric variables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Preprocessing and standardization are essential for meaningful results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Explained-variance plots help assess how much variation is retained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Insert verified plots and numerical results before final submission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Week 7 | Dimensionality Reduction using PCA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Questions and discussion</a:t>
            </a:r>
          </a:p>
          <a:p>
            <a:pPr>
              <a:spcAft>
                <a:spcPts val="1300"/>
              </a:spcAft>
              <a:defRPr sz="1800">
                <a:solidFill>
                  <a:srgbClr val="2D3541"/>
                </a:solidFill>
              </a:defRPr>
            </a:pPr>
            <a:r>
              <a:t>Smog City – Air Quality Analysis of Indian Cities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